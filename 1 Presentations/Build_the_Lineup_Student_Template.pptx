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C3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26F3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26F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</a:rPr>
              <a:t>Intro to Business  |  Build the Lineup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9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Product Lineup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[Partner 1]  &amp;  [Partner 2]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Market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548640"/>
          </a:xfrm>
          <a:prstGeom prst="rect">
            <a:avLst/>
          </a:prstGeom>
          <a:solidFill>
            <a:srgbClr val="4C3629"/>
          </a:solidFill>
          <a:ln w="12700">
            <a:solidFill>
              <a:srgbClr val="4C36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A: [Name]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 of segment]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[Persona: describe one typical customer]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a picture that fits them]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06040" cy="548640"/>
          </a:xfrm>
          <a:prstGeom prst="rect">
            <a:avLst/>
          </a:prstGeom>
          <a:solidFill>
            <a:srgbClr val="4C3629"/>
          </a:solidFill>
          <a:ln w="12700">
            <a:solidFill>
              <a:srgbClr val="4C36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B: [Name]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 of segment]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[Persona: describe one typical customer]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a picture that fits them]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06040" cy="548640"/>
          </a:xfrm>
          <a:prstGeom prst="rect">
            <a:avLst/>
          </a:prstGeom>
          <a:solidFill>
            <a:srgbClr val="4C3629"/>
          </a:solidFill>
          <a:ln w="12700">
            <a:solidFill>
              <a:srgbClr val="4C362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1188720"/>
            <a:ext cx="26060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C: [Name]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920240"/>
            <a:ext cx="23317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 of segment]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[Persona: describe one typical customer]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a picture that fits them]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[Version Name] for Segment 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6576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included: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cost: $[base] + $[features] = $[total]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who would buy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338328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3474720"/>
            <a:ext cx="3749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segment will want it: [use the survey data]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[Version Name] for Segment B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6576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included: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cost: $[base] + $[features] = $[total]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who would buy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338328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3474720"/>
            <a:ext cx="3749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segment will want it: [use the survey data]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[Version Name] for Segment 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1622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36576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included: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[Feature]  $[cost]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cost: $[base] + $[features] = $[total]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who would buy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338328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3474720"/>
            <a:ext cx="37490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segment will want it: [use the survey data]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Lineup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097280"/>
                <a:gridCol w="1188720"/>
                <a:gridCol w="109728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cost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6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6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8A8A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3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3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C36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$[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AF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4D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3931920"/>
            <a:ext cx="7955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[Optional: add a bar chart of profit by version]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Version vs. Our Lineup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sold our Segment B version to everyone at one price: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 $[ 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94560"/>
          </a:xfrm>
          <a:prstGeom prst="roundRect">
            <a:avLst>
              <a:gd name="adj" fmla="val 250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three-version lineup: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 $[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657600"/>
            <a:ext cx="79552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building three versions worth it? Why? [one or two sentences]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36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oundRect">
            <a:avLst>
              <a:gd name="adj" fmla="val 3750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80160"/>
            <a:ext cx="79552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first: [which version] because [reason backed by numbers]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1691640"/>
          </a:xfrm>
          <a:prstGeom prst="roundRect">
            <a:avLst>
              <a:gd name="adj" fmla="val 3243"/>
            </a:avLst>
          </a:prstGeom>
          <a:solidFill>
            <a:srgbClr val="FBF3EC"/>
          </a:solidFill>
          <a:ln w="12700">
            <a:solidFill>
              <a:srgbClr val="EFE4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926080"/>
            <a:ext cx="795528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risk to watch: [cannibalization, a competitor, a segment that might shrink...] and how our lineup handles it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sey Intro to Business">
  <a:themeElements>
    <a:clrScheme name="Hersey Intro to Business">
      <a:dk1>
        <a:srgbClr val="222222"/>
      </a:dk1>
      <a:lt1>
        <a:srgbClr val="FFFFFF"/>
      </a:lt1>
      <a:dk2>
        <a:srgbClr val="4C3629"/>
      </a:dk2>
      <a:lt2>
        <a:srgbClr val="FBF3EC"/>
      </a:lt2>
      <a:accent1>
        <a:srgbClr val="4C3629"/>
      </a:accent1>
      <a:accent2>
        <a:srgbClr val="E26F39"/>
      </a:accent2>
      <a:accent3>
        <a:srgbClr val="F2955F"/>
      </a:accent3>
      <a:accent4>
        <a:srgbClr val="8A7F78"/>
      </a:accent4>
      <a:accent5>
        <a:srgbClr val="B9AFA8"/>
      </a:accent5>
      <a:accent6>
        <a:srgbClr val="2F6F73"/>
      </a:accent6>
      <a:hlink>
        <a:srgbClr val="E26F39"/>
      </a:hlink>
      <a:folHlink>
        <a:srgbClr val="4C3629"/>
      </a:folHlink>
    </a:clrScheme>
    <a:fontScheme name="Hersey Intro to Busines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the Lineup - Student Template</dc:title>
  <dc:subject>PptxGenJS Presentation</dc:subject>
  <dc:creator>PptxGenJS</dc:creator>
  <cp:lastModifiedBy>PptxGenJS</cp:lastModifiedBy>
  <cp:revision>1</cp:revision>
  <dcterms:created xsi:type="dcterms:W3CDTF">2026-10-16T16:19:46Z</dcterms:created>
  <dcterms:modified xsi:type="dcterms:W3CDTF">2026-10-16T16:19:46Z</dcterms:modified>
</cp:coreProperties>
</file>